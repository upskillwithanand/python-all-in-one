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9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51196b11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51196b11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51eefb4e4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51eefb4e4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403775" y="1249675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1.3. Environment Setup: Python, IDEs &amp; Dev Tools</a:t>
            </a:r>
            <a:endParaRPr sz="29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3766950" y="-33975"/>
            <a:ext cx="161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</a:rPr>
              <a:t>Tools We’ll Use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72150" y="1645850"/>
            <a:ext cx="1610100" cy="1935600"/>
          </a:xfrm>
          <a:prstGeom prst="roundRect">
            <a:avLst>
              <a:gd fmla="val 16667" name="adj"/>
            </a:avLst>
          </a:prstGeom>
          <a:noFill/>
          <a:ln cap="flat" cmpd="sng" w="77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350" lIns="74350" spcFirstLastPara="1" rIns="74350" wrap="square" tIns="74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3893825" y="342900"/>
            <a:ext cx="134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/>
          <p:nvPr/>
        </p:nvSpPr>
        <p:spPr>
          <a:xfrm>
            <a:off x="2635362" y="1645850"/>
            <a:ext cx="1610100" cy="1935600"/>
          </a:xfrm>
          <a:prstGeom prst="roundRect">
            <a:avLst>
              <a:gd fmla="val 16667" name="adj"/>
            </a:avLst>
          </a:prstGeom>
          <a:noFill/>
          <a:ln cap="flat" cmpd="sng" w="7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350" lIns="74350" spcFirstLastPara="1" rIns="74350" wrap="square" tIns="74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898550" y="1645850"/>
            <a:ext cx="1610100" cy="1935600"/>
          </a:xfrm>
          <a:prstGeom prst="roundRect">
            <a:avLst>
              <a:gd fmla="val 16667" name="adj"/>
            </a:avLst>
          </a:prstGeom>
          <a:noFill/>
          <a:ln cap="flat" cmpd="sng" w="7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350" lIns="74350" spcFirstLastPara="1" rIns="74350" wrap="square" tIns="74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7161750" y="1645850"/>
            <a:ext cx="1610100" cy="1935600"/>
          </a:xfrm>
          <a:prstGeom prst="roundRect">
            <a:avLst>
              <a:gd fmla="val 16667" name="adj"/>
            </a:avLst>
          </a:prstGeom>
          <a:noFill/>
          <a:ln cap="flat" cmpd="sng" w="7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350" lIns="74350" spcFirstLastPara="1" rIns="74350" wrap="square" tIns="74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40" y="1834525"/>
            <a:ext cx="498300" cy="6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7850" y="1754075"/>
            <a:ext cx="563875" cy="5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5575" y="1770800"/>
            <a:ext cx="457376" cy="530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2875" y="1828262"/>
            <a:ext cx="415498" cy="41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6963" y="1807325"/>
            <a:ext cx="457375" cy="4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74250" y="1729400"/>
            <a:ext cx="563875" cy="5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08850" y="1693113"/>
            <a:ext cx="909124" cy="6857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793349" y="2664525"/>
            <a:ext cx="7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1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2838450" y="2510800"/>
            <a:ext cx="1341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Jupyter Lab /</a:t>
            </a:r>
            <a:endParaRPr b="1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Google Colab</a:t>
            </a:r>
            <a:endParaRPr b="1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234825" y="2570325"/>
            <a:ext cx="1062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PyCharm</a:t>
            </a:r>
            <a:r>
              <a:rPr b="1" lang="en-GB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/</a:t>
            </a:r>
            <a:endParaRPr b="1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b="1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7391400" y="2605525"/>
            <a:ext cx="115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r>
              <a:rPr b="1" lang="en-GB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/ EC2</a:t>
            </a:r>
            <a:endParaRPr b="1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